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面内推定評価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補正の式の書き方と、すべての補正の式は「8.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「7. Shot高次補正」のタブの初期値。excludedTerms は「VIF で選ぶ」や表の「使う」で変わり、「設定を保存…」の JSON にも入る。計算の方法と式は「8. ヘルプ」の「Shot 高次補正の評価」。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+appui/Core.m の先頭（画面はタブごとのファイルに分けてあり、定数は共通の Core.m にまとめてある）、時間の目安は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面内推定評価ツール（MATLAB）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data・factors・sampling・evaluation・overlay・methods・highOrder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data・factors・sampling・evaluation・overlay・highOrder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+appui/Core.m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評価の条件の初期値（data・factors・sampling・evaluation・overlay・highOrder）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+appui/Core.m（先頭）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「8.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factors.evaluateSingles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チェックした質的変数を1つだけ使う手法も足して比べる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1つだけ使う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463040"/>
                <a:gridCol w="4553712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選び方（複数で比べる）：ioptimal・doptimal・random・manual・file・mark・markd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sampling.requiredShots・requireOuterShots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最適計画）・最外周の Shot をすべて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数（countBy = rate なら計測率）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sampling.markRequirePerShot・markMinPerShot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単位：Shot ごとに n 点の計測を必須にする・n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設定の項目④：evaluation・overlay（補正）・display（表示）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123944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display.scan1Up・scan1Color・scan2Color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true・緑・紫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表示：Scan 方向 1 を上向き（▲）にするか・1・2 の色（RGB 0〜1）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表示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methods.rbfe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false（4 領域）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RBFe（仮）：領域分割 TPS の GAM（regions：領域の数）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RBFe（仮）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設定の項目⑥：highOrder（7. Shot高次補正）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21024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011680"/>
                <a:gridCol w="4526280"/>
                <a:gridCol w="153619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highOrder.maker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"nikon"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補正の式（asml・canon・nikon。Overlay 計測ルールの式）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"common"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common：Wafer 内で共通の1組の k、shot：Shot ごとの 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highOrder.waferOrder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common のとき一緒に求める Wafer 成分の次数（0〜3、0 = 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highOrder.excludedTerms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[]（すべて使う）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使わない k の番号（例：[55, 41, 29]。k1〜k6 は外さない）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使う項と VIF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highOrder.vifThreshold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「VIF で選ぶ」のしきい値（よく使う値は 5〜10）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VIF のしきい値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highOrder.loss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"huber"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損失関数（ols：最小二乗、huber・lad：ロバスト回帰）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回帰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highOrder.huberTuning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1.345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Huber の定数 c（正規分布の誤差で効率 95%）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Huber の c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highOrder.l2 ・ 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0.1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高次項（2次以上）だけに L2 正則化をかけるか・強さ 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L2・λ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12064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134355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12064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λ はそろえた係数に対する値。過去のシミュレーション（1 Shot 7×11 点）の標準が 0.1、点を減らすときは λ × √(77 / 点の数) が目安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57972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80644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highOrder は評価の結果を変えない（「続きから再開」の比較にも使わない）。既定の設定ファイルにも書ける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657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rbfeOverlap ・ rbfeMinPoints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1.5 ・ 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options（rbfe… を除く）は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197 件、失敗 0 件、未完了 0 件」（2026-10-29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「8.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面内推定評価ツールの初期設定（評価の条件・比べる手法・画面の初期値）の変え方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