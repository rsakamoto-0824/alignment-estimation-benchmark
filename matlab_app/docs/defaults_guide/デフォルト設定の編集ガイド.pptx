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検証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補正の式の書き方と、すべての補正の式は「7.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AlignmentEstimationApp.m の先頭、時間の目安は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アライメント計測値の面内推定 検証ツール（MATLAB）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AlignmentEstimationApp.m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AlignmentEstimationApp.m（先頭）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「7.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最外周の Shot をすべて必ず計測する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数（1 = 全 Shot で1点）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設定の項目④：evaluation（評価）・overlay（補正）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methods.rbfe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false（4 領域）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RBFe（仮）：領域分割 TPS の GAM（regions：領域の数）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RBFe（仮）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k。Z1〜Z(k+1)²）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657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rbfeOverlap ・ rbfeMinPoints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1.5 ・ 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options（rbfe… を除く）は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160 件、失敗 0 件、未完了 0 件」（2026-10-25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「7.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検証ツールの初期設定（評価の条件・比べる手法・画面の初期値）の変え方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