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面内推定評価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補正の式の書き方と、すべての補正の式は「7.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AlignmentEstimationApp.m の先頭、時間の目安は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面内推定評価ツール（MATLAB）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AlignmentEstimationApp.m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AlignmentEstimationApp.m（先頭）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「7.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factors.evaluateSingles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チェックした質的変数を1つだけ使う手法も足して比べる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1つだけ使う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463040"/>
                <a:gridCol w="4553712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選び方（複数で比べる）：ioptimal・doptimal・random・manual・file・mark・markd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sampling.requiredShots・requireOuterShots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最適計画）・最外周の Shot をすべて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数（countBy = rate なら計測率）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sampling.markRequirePerShot・markMinPerShot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単位：Shot ごとに n 点の計測を必須にする・n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設定の項目④：evaluation・overlay（補正）・display（表示）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123944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display.scan1Up・scan1Color・scan2Color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true・緑・紫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表示：Scan 方向 1 を上向き（▲）にするか・1・2 の色（RGB 0〜1）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表示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methods.rbfe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false（4 領域）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RBFe（仮）：領域分割 TPS の GAM（regions：領域の数）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RBFe（仮）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65760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rbfeOverlap ・ rbfeMinPoints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1.5 ・ 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options（rbfe… を除く）は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173 件、失敗 0 件、未完了 0 件」（2026-10-26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「7.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面内推定評価ツールの初期設定（評価の条件・比べる手法・画面の初期値）の変え方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