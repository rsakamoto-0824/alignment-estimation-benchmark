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検証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補正の式の書き方と、すべての補正の式は「7.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AlignmentEstimationApp.m の先頭、時間の目安は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アライメント計測値の面内推定 検証ツール（MATLAB）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AlignmentEstimationApp.m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AlignmentEstimationApp.m（先頭）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「7.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 [mm]（300 mm Wafer）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measX・measY がともに 0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data.excludeUnmeasuredRecords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StsX・StsY のどちらかが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付ける 1 と 2 を入れ替える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最外周の Shot をすべて必ず計測する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数（1 = 全 Shot で1点）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設定の項目④：evaluation（評価）・overlay（補正）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k。Z1〜Z(k+1)²）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538728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 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148 件、失敗 0 件、未完了 0 件」（2026-10-24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「7.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検証ツールの初期設定（評価の条件・比べる手法・画面の初期値）の変え方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