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面内推定評価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補正の式の書き方と、すべての補正の式は「8.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初期設定（default）：GPR matern52（X,Y,半径）× 質的変数（使わない・同時推定・加法カーネル・混合）の 4 手法だけ。推奨の組み合わせ（recommended）：それに TPS、Kriging exponential、GAM、XY 5次多項式、RT モデル K=5 を足した 9 手法。RBFe は廃止（以前の設定ファイルの methods.rbfe は読み飛ばす）。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「7. Shot高次補正」のタブの初期値。excludedTerms は「VIF で選ぶ」・表の「使う」・点の数による項の絞り込みで変わり、「設定を保存…」の JSON にも入る。termSets は画面の「保存」で増え、MATLAB の設定（getpref）にも残る。unit・λ・回帰・保存した組み合わせは「補正の比較」でまとめて並べて比べられる。outerMaker を none 以外にすると、外周の Shot だけその式で補正する（保存した組み合わせを選ぶと、その使わない項 outerExcludedTerms と名前 outerName も入る）。既定の設定ファイルにも書ける。計算の方法と式は「8. ヘルプ」の「Shot 高次補正の評価」。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+appui/Core.m の先頭（画面はタブごとのファイルに分けてあり、定数は共通の Core.m にまとめてある）、時間の目安は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面内推定評価ツール（MATLAB）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data・factors・sampling・evaluation・overlay・methods・highOrder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Excel ファイルで指定した Shot・Mark（パターン・優先順）、Mark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data・factors・sampling・evaluation・overlay・highOrder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初期設定（GPR だけ）・推奨の組み合わせ・すべて・なし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+appui/Core.m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評価の条件の初期値（data・factors・sampling・evaluation・overlay・highOrder）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比べる手法（初期設定・推奨の組み合わせ・すべて・なし）と手法の細かい設定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+appui/Core.m（先頭）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「8.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1737360"/>
                <a:gridCol w="4370832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data.waferRadiusMm・validRadiusMm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150・150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半径・この半径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data.excludeZeroMeasurements・…Unmeasured…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測定値がともに 0・Sts 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data.directionRule・invertDirection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方向（一筆書き）・1 と 2 の入れ替え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data.coordinateMode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"shotMark"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座標の定義（shotMark：Shot 中心＋Shot 内、absolute：絶対座標だけ）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座標の定義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data.valueColumn・valueUnit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""・"nm"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推定する値（空 = X・Y 成分、列の名前 = 膜厚などの1変数）と単位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推定する値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factors.evaluateSingles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チェックした質的変数を1つだけ使う手法も足して比べる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1つだけ使う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463040"/>
                <a:gridCol w="4553712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選び方（複数で比べる）：ioptimal・doptimal・random・excel・mark・markd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sampling.layoutPlans・layoutFile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[]・""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Excel ファイルで指定（1行 =「種類|名前|shotNo …」。読み込みで入る）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Excel で指定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sampling.requiredShots・requireOuterShots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最適計画）・最外周の Shot をすべて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数（countBy = rate なら計測率）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sampling.markRequirePerShot・markMinPerShot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単位：Shot ごとに n 点の計測を必須にする・n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621024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設定の項目④：evaluation・overlay（補正）・display（表示）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123944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display.scan1Up・scan1Color・scan2Color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true・緑・紫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表示：Scan 方向 1 を上向き（▲）にするか・1・2 の色（RGB 0〜1）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メニュー「表示」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65760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の10種類、matern・ardmatern、periodic・ardperiodic）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false・Universal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false（5次）・false（K=5）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多項式の次数（1〜8）・RT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 は 1〜7。factorModes：none・backfit）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 GPR だけ（recommendedMethods.m の "default" の部分）。「推奨の組み合わせ」は "recommended"、「すべて選ぶ」は "all" の部分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設定の項目⑥：highOrder（7. Shot高次補正）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621024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011680"/>
                <a:gridCol w="452628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highOrder.maker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"nikon"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補正の式（asml・canon・nikon：ルールの式、custom：k1〜k38）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補正の式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"common"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 のくくり（common：共通・scan：Scan 方向・row：行の偶奇・shot）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補正のくくり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highOrder.waferOrder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成分の次数（0〜5、0 = なし。shot は先に求めて引く）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highOrder.excludedTerms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[]（すべて使う）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使わない k の番号（例：[55, 41, 29]。k1〜k6 は外さない）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使う項と VIF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外周の Shot（Shot 中心の半径 [mm] がこの値以上）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highOrder.outerMaker ・ outerName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 ・ ""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外周の式（none：分けない）・選んだ組み合わせの名前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外周の式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highOrder.vifThreshold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「VIF で選ぶ」のしきい値（よく使う値は 5〜10）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VIF のしきい値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highOrder.loss ・ huberTuning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"huber" ・ 1.345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損失関数（ols・huber・lad）・Huber の定数 c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回帰・Huber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highOrder.l2 ・ 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0.1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高次項（2次以上）だけに L2 正則化をかけるか・強さ λ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L2・λ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highOrder.termSets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保存した項の組み合わせ（1行 = "名前|式|k の番号 …"）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組み合わせ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596128"/>
            <a:ext cx="11091672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55564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596128"/>
            <a:ext cx="9994392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λ はそろえた係数に対する値（1 Shot 7×11 点の標準 0.1。点を減らすときは λ × √(77 / 点の数)）。highOrder は評価の結果を変えない（「続きから再開」の比較にも使わない）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29184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 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recommendedMethods.m（"default" の部分＝初期設定）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205 件、失敗 0 件、未完了 0 件」（2026-10-31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「8.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面内推定評価ツールの初期設定（評価の条件・比べる手法・画面の初期値）の変え方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